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31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C13F5-6B92-47CA-E3F9-522D48F517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FEE9C0-BDE9-9312-A8BD-3F4166A24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CF644-9199-BD42-B5DD-DAF3BDDB2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3396F-F666-490D-A626-38969013A521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8EEC7-4563-F8CC-E807-7C529032C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3E1FB6-E870-52D8-2974-BB640400D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7D225-A121-4C06-A662-AC3F03BCD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752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62D47-DCC8-9A70-CC89-F7469371D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20C75-7028-F055-1FBE-63597CB39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37B778-4E1E-DF66-3942-D5FFABCB5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3396F-F666-490D-A626-38969013A521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B2B0DA-A460-5138-59AA-62559A078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49F417-DF0B-7C90-0C20-5ABD128D1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7D225-A121-4C06-A662-AC3F03BCD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3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F46D7-713D-7636-41C0-A213C66B1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30182B-DEC6-CAD6-CA1D-22FB29A6FA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6C594-E883-247F-BB16-D7284534D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3396F-F666-490D-A626-38969013A521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2F21F4-5945-BE9E-B666-8A35DB6D8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F5A7CA-18D9-8AB1-A04D-AC60720AC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7D225-A121-4C06-A662-AC3F03BCD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71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0FFD3-548B-CB05-95C5-4FDD6AE75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F430B-BFE7-934C-3B3C-2E6DF85874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C3D2F8-B79E-7226-5284-38784E7AD4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48804E-BC9D-5F9A-C703-F28C37595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3396F-F666-490D-A626-38969013A521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D46B5-0B35-162A-7743-5F7B36270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5F076-33B1-073F-035E-DD2A8DCD4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7D225-A121-4C06-A662-AC3F03BCD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053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6C34B-1BB0-6413-DDDE-916C1FF0C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2055A1-5E1E-2173-02A4-C70D5116B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43EFF2-572E-9771-FB4D-0F2CF0F9DE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7BC20A-5A4D-1B3E-5C14-1EDC23FC3C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38CEDB-4C58-9C90-0B38-D45C7C6B8F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7095F1-BEC2-5060-658C-C05D9770C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3396F-F666-490D-A626-38969013A521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49997A-FEAA-EAE7-7484-21EB9297C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BBACAC-8D68-3C37-4E6C-C4D17ED82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7D225-A121-4C06-A662-AC3F03BCD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240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4D943-1D29-C89D-A344-F20A2D061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066CDD-0CD3-D837-3F46-F9FFB76AA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3396F-F666-490D-A626-38969013A521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49C88B-F968-DA40-C260-91EB52A3D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558E2D-7374-5535-1592-75495321F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7D225-A121-4C06-A662-AC3F03BCD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381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624D5B-806F-C8A8-E52D-2967FF47D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3396F-F666-490D-A626-38969013A521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BBF21D-3854-4CEF-8E3D-26C154EE1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C572A0-85F2-8937-3009-230AA0E80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7D225-A121-4C06-A662-AC3F03BCD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413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8A708-A229-2754-C4D7-091B4BEE6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456DF-9DF7-A15B-8172-1905AF669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973690-58EA-9D46-9797-6DC531812E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758A3C-19A4-A12F-541A-147E9A01F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3396F-F666-490D-A626-38969013A521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7D42D5-D33E-3619-E997-0489FAB6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FD715F-8794-4538-6C4F-4C82D84FB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7D225-A121-4C06-A662-AC3F03BCD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557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EB6BE-D99D-E354-71CB-FD46370D5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42BC66-74FC-9AEE-8ACF-65027CB039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09080A-2BA6-6D13-63A9-F1B68B4E26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A93EC1-1FAD-88A1-C8B6-C83F99854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3396F-F666-490D-A626-38969013A521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848B65-FA07-9A88-F030-69F2011D5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032C37-B500-E90A-7D8C-3100B55C9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7D225-A121-4C06-A662-AC3F03BCD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227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39B4D-266C-BF9F-4EDA-E2BF7E9E4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107886-0384-7104-0F7A-202E63B985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93CE4B-4EDC-78D8-DBB1-4A96EFDD8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3396F-F666-490D-A626-38969013A521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584D7A-33EF-029A-BD5D-0A4CA32F5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FA2AB3-FFBE-87F9-2FAE-E09344DED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7D225-A121-4C06-A662-AC3F03BCD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168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5F3F67-B73F-8DA2-A3D0-EF100502C4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5CA777-17F7-80B5-F56F-32527F587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9DA68-DDA3-7853-5E86-7468BE00F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3396F-F666-490D-A626-38969013A521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F4B78-0188-5D3D-5267-89013BA54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4682A-DDE8-C66D-7E4B-5C6E83039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7D225-A121-4C06-A662-AC3F03BCD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558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40FAFF-663A-D7CD-C819-08073FC24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A92B1D-9CFE-AE91-D562-B865C04BF8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8A4B4-000F-991B-33D9-69139DA4AF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D3396F-F666-490D-A626-38969013A521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56E6D-0AA2-38DC-32D0-EBC2137473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DC7D1-DBEF-21A7-C909-D0484AE281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27D225-A121-4C06-A662-AC3F03BCD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249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file:///C:\Users\alhung\Excel-to-ppt\test_editable_charts\sample_chart.xlsx!Sales%20Data!%5bsample_chart.xlsx%5dSales%20Data%20Chart%201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A9DD2B89-0A35-9F4B-47FB-EBA4F78D49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1046169"/>
              </p:ext>
            </p:extLst>
          </p:nvPr>
        </p:nvGraphicFramePr>
        <p:xfrm>
          <a:off x="635000" y="1269999"/>
          <a:ext cx="7614415" cy="50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408655" imgH="3609127" progId="Excel.Sheet.12">
                  <p:link updateAutomatic="1"/>
                </p:oleObj>
              </mc:Choice>
              <mc:Fallback>
                <p:oleObj name="Worksheet" r:id="rId2" imgW="5408655" imgH="3609127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35000" y="1269999"/>
                        <a:ext cx="7614415" cy="508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80458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Links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C:\Users\alhung\Excel-to-ppt\test_editable_charts\sample_chart.xlsx!Sales Data![sample_chart.xlsx]Sales Data Chart 1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Hung</dc:creator>
  <cp:lastModifiedBy>Alex Hung</cp:lastModifiedBy>
  <cp:revision>1</cp:revision>
  <dcterms:created xsi:type="dcterms:W3CDTF">2026-01-23T20:29:15Z</dcterms:created>
  <dcterms:modified xsi:type="dcterms:W3CDTF">2026-01-23T20:29:15Z</dcterms:modified>
</cp:coreProperties>
</file>