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91F4-412B-6E28-AE0B-5936302FF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D527A-4077-12D2-772C-EFF05429D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5BDE8-63C5-A98E-30F5-443B5E8E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06DC4-9D5E-4871-A645-C1E8C4E6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7F403-DA99-28F0-8415-99A88487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4E6A-5291-54F2-C1C3-0696C49B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167AA-5445-B161-9EF0-3896D891E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F1FBE-398C-DF50-DA74-1227DF53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71103-1028-83F2-3A77-5EB1F6A31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56330-5A64-BD76-F034-49733F24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8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319A6-E626-FF75-768A-CB3AD0D7E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63B89-919D-41C9-2C46-D30116186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2CEB9-8E80-8176-4193-B1AF1962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69214-B1AB-EAC1-EE9D-FEA7F1E6E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C2527-9407-2CD2-7D18-EBBF88D2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0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E74E-531C-9CD7-9157-47FA27A9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36709-4A6F-9A05-7DC8-9282A55B9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39D5F-6132-520C-5D12-558B1A5E9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72BC4-AEA3-08C2-8924-BDDE2AFC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BEEC7-8466-B9AD-AB5A-D8D44B34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232B2-84A6-4BF1-0942-D3646EFC4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1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9DA77-4566-CB4F-D294-ED1B05F4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B6ACE-658D-1129-8306-BC5B4C4B5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96920-84FF-53FF-56CF-FE138B041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65508-6F54-4C86-76C0-50D0AD862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7FC49E-8EAB-423E-1DD2-EFA7C4CFFA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15EC08-EEED-0B9E-FB7A-78F0545B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1DA20-1E6F-18D8-E041-154D85EB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F5C65-A2F0-7627-1E1D-B77A0B57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7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5CA9-9EE6-ABCA-3DCE-EDD433E2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9F4ED-25FD-DAF4-196E-6A9B9D92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C9C5E-B8EE-6027-B94F-88C3F5AA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4DE6B-D752-97D4-7BCE-D0188C63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59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BF501-CF8C-AE4E-51F4-BB100D42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E15467-5E21-D986-192E-AA3864E2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C9527-3B6D-0A46-FED0-BF359C85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2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F204A-E23C-1948-E40A-CC40BEB9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9216-38CD-8401-20B7-2F94963C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D05DF-8871-0BD3-25A0-330F2F0EF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5AD25-8438-ED01-7231-9E76DDC9F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D655E-9F05-734F-9091-F1B6A46E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CCD51-8AAF-3268-8C9A-7D622E61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B625-AE34-603D-A435-B1BA8362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D280EE-2E06-D482-B38A-D9ED8E0BD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C2B86-8A51-A09D-3293-5E0957B0F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97993-082B-E842-FEDB-08B59BE0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F36DE-B003-0B32-3B45-8C6D0553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31B50-2469-46A9-94B3-7447F10B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459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73D0-31FB-83F8-EF63-B8584A90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7E56-7838-05FD-781D-5BB76F700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81E86-971F-7323-00E3-6B0FFBF3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E5789-16F1-F1A8-51DA-5BF4B3D5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89412-E3F7-1930-0D44-8E163358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1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16F4C9-D2C8-F512-9FBC-4CC04B280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2C5C01-1F55-FFD1-1857-C7E1B16E6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44C69-856F-6CF9-E1B8-F6B0A4AE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C3237-192C-7589-FDE5-FDEF232A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02798-42C2-CC86-FE04-109020ED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1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227E0-0988-E286-579B-53D48A34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388B4-29EC-239B-89F5-2D83623F8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ECE0E-5B4E-547A-1EE0-6C8D17BFE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1AD51-98B2-4785-B308-B07E64D0239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2F8C3-FBAD-109C-8FCD-66C741CAF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7C0DF-EE92-2EE1-AE40-590C81C28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79A45-FA43-4C18-A0EE-54F7ED3BC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56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99C8C5-E983-0269-FD5E-DADA2C4F90B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270000"/>
            <a:ext cx="762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4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Hung</dc:creator>
  <cp:lastModifiedBy>Alex Hung</cp:lastModifiedBy>
  <cp:revision>1</cp:revision>
  <dcterms:created xsi:type="dcterms:W3CDTF">2026-01-23T20:37:12Z</dcterms:created>
  <dcterms:modified xsi:type="dcterms:W3CDTF">2026-01-23T20:37:12Z</dcterms:modified>
</cp:coreProperties>
</file>